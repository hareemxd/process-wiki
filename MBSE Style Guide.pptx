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7b37bb3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7b37bb3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7b37bb33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7b37bb33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7b37bb33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7b37bb33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7b37bb3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7b37bb3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b37bb33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7b37bb33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b37bb33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7b37bb33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7b37bb338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7b37bb338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7b37bb338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7b37bb338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7b37bb33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7b37bb33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al1vacon01p:809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MBSE Style Guide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detailed instructions to engineers on creating SysML artifacts in conformance with Naval Electronics style and process standards, and optimizing their usage of the modeling toolset (Cameo + Teamwork Cloud)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standard modeling practices and templates to achieve modeling consistency across Naval Electronics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Enforce style and process specifics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“Requirement Table Diagrams must display X, Y, and Z attributes”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“Actor elements are always positioned to the left in diagrams”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Enforce the use of templates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Package structures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Diagram and table templates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Technical process, such as “how to decompose a system into subsystems”, is out of scope. The Style Guide is written for professionals with a solid baseline of Systems Engineering and Modeling knowledge.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Files and File Management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Documents are authored in VS Code as Markdown (.md), plain-text markup that is machine-readable, highly extensible to multiple formats, and easy to structure for reuse.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Documents are stored locally (</a:t>
            </a:r>
            <a:r>
              <a:rPr lang="en"/>
              <a:t>including image assets)</a:t>
            </a:r>
            <a:r>
              <a:rPr lang="en"/>
              <a:t> and pushed to Bitbucket (Git repo)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Authoring conventions are documented in </a:t>
            </a:r>
            <a:r>
              <a:rPr b="1" lang="en"/>
              <a:t>STYLE_GUIDE.md</a:t>
            </a:r>
            <a:r>
              <a:rPr lang="en"/>
              <a:t>, including: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Metadata (front matter)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Document structure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Section specifications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Formatting rules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Confluence Macro templates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45"/>
              <a:t>Source files are published from Local PC → Confluence using Confluence REST API. The Markdown is converted and rendered in a Confluence-friendly format.</a:t>
            </a:r>
            <a:endParaRPr sz="244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45"/>
              <a:t>Required tools:</a:t>
            </a:r>
            <a:endParaRPr b="1" sz="2445"/>
          </a:p>
          <a:p>
            <a:pPr indent="-32562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445"/>
              <a:t>VS Code (code editor)</a:t>
            </a:r>
            <a:endParaRPr sz="2445"/>
          </a:p>
          <a:p>
            <a:pPr indent="-3256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45"/>
              <a:t>Python/Anaconda (script that converts .md to .csf) and the following Python packages:</a:t>
            </a:r>
            <a:endParaRPr sz="24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os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re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Mimetypes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Urllib.parse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Pathlib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Typing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Requests</a:t>
            </a:r>
            <a:endParaRPr sz="2045"/>
          </a:p>
          <a:p>
            <a:pPr indent="-30974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2045"/>
              <a:t>Frontmatter</a:t>
            </a:r>
            <a:endParaRPr sz="2045"/>
          </a:p>
          <a:p>
            <a:pPr indent="-3256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45"/>
              <a:t>Confluence and Bitbucket</a:t>
            </a:r>
            <a:endParaRPr sz="2445"/>
          </a:p>
          <a:p>
            <a:pPr indent="-32562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445"/>
              <a:t>Git for windows 2.53.0</a:t>
            </a:r>
            <a:endParaRPr sz="244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Publishing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Enter API credentials into </a:t>
            </a:r>
            <a:r>
              <a:rPr b="1" lang="en"/>
              <a:t>.env.local </a:t>
            </a:r>
            <a:r>
              <a:rPr lang="en"/>
              <a:t>and save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CONF_BASE_URL=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http://dal1vacon01p:8090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CONF_PAT=[</a:t>
            </a:r>
            <a:r>
              <a:rPr lang="en">
                <a:highlight>
                  <a:schemeClr val="accent6"/>
                </a:highlight>
              </a:rPr>
              <a:t>your personal access token here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CONF_SPACE_KEY_PROD=GEP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CONF_ROOT_PAGE_ID_PROD=</a:t>
            </a:r>
            <a:r>
              <a:rPr lang="en"/>
              <a:t>119668755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CONF_SPACE_KEY_STAGING=[</a:t>
            </a:r>
            <a:r>
              <a:rPr lang="en">
                <a:highlight>
                  <a:schemeClr val="accent6"/>
                </a:highlight>
              </a:rPr>
              <a:t>your personal space key here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CONF_ROOT_PAGE_ID_STAGING=[</a:t>
            </a:r>
            <a:r>
              <a:rPr lang="en">
                <a:highlight>
                  <a:schemeClr val="accent6"/>
                </a:highlight>
              </a:rPr>
              <a:t>your personal space root page ID here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CONF_DOCS_DIR=confluence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CONFLUENCE_USER=[</a:t>
            </a:r>
            <a:r>
              <a:rPr lang="en">
                <a:highlight>
                  <a:schemeClr val="accent6"/>
                </a:highlight>
              </a:rPr>
              <a:t>your email here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CONF_USER=[</a:t>
            </a:r>
            <a:r>
              <a:rPr lang="en">
                <a:highlight>
                  <a:schemeClr val="accent6"/>
                </a:highlight>
              </a:rPr>
              <a:t>your email here]</a:t>
            </a:r>
            <a:endParaRPr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2"/>
            </a:pPr>
            <a:r>
              <a:rPr lang="en"/>
              <a:t>Make</a:t>
            </a:r>
            <a:r>
              <a:rPr lang="en"/>
              <a:t> changes to .md files and/or </a:t>
            </a:r>
            <a:r>
              <a:rPr b="1" lang="en"/>
              <a:t>assets </a:t>
            </a:r>
            <a:r>
              <a:rPr lang="en"/>
              <a:t>folder (upload/delete images)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Note: </a:t>
            </a:r>
            <a:r>
              <a:rPr lang="en"/>
              <a:t>publish script </a:t>
            </a:r>
            <a:r>
              <a:rPr i="1" lang="en"/>
              <a:t>only </a:t>
            </a:r>
            <a:r>
              <a:rPr lang="en"/>
              <a:t>publishes files contained in a folder with </a:t>
            </a:r>
            <a:r>
              <a:rPr b="1" lang="en"/>
              <a:t>index</a:t>
            </a:r>
            <a:r>
              <a:rPr lang="en"/>
              <a:t> or </a:t>
            </a:r>
            <a:r>
              <a:rPr b="1" lang="en"/>
              <a:t>readme </a:t>
            </a:r>
            <a:r>
              <a:rPr lang="en"/>
              <a:t>file, as well as image files within </a:t>
            </a:r>
            <a:r>
              <a:rPr b="1" lang="en"/>
              <a:t>assets </a:t>
            </a:r>
            <a:r>
              <a:rPr lang="en"/>
              <a:t>folder that are referenced in the markdown.</a:t>
            </a:r>
            <a:r>
              <a:rPr i="1" lang="en"/>
              <a:t> </a:t>
            </a:r>
            <a:endParaRPr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Publishing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Open Git Bash in </a:t>
            </a:r>
            <a:r>
              <a:rPr b="1" lang="en"/>
              <a:t>MBSE_STYLE_GUIDE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Activate Python in Bash with command `</a:t>
            </a:r>
            <a:r>
              <a:rPr b="1" lang="en"/>
              <a:t>conda activate ./.conda</a:t>
            </a:r>
            <a:r>
              <a:rPr lang="en"/>
              <a:t>`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3"/>
            </a:pPr>
            <a:r>
              <a:rPr lang="en"/>
              <a:t>Run script with command `</a:t>
            </a:r>
            <a:r>
              <a:rPr b="1" lang="en"/>
              <a:t>tools/publish.sh</a:t>
            </a:r>
            <a:r>
              <a:rPr lang="en"/>
              <a:t>`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Publish.sh executes the following actions: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Converts all targeted .md to .csf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 image paths in .csf to ensure they are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Posts .csf + images to Confluence using </a:t>
            </a:r>
            <a:r>
              <a:rPr b="1" lang="en"/>
              <a:t>.env.local </a:t>
            </a:r>
            <a:r>
              <a:rPr lang="en"/>
              <a:t>credentials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Production vs. Staging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two Confluence spaces set up for publishing, “General Engineering Practices” and my personal space. The GEP space is for </a:t>
            </a:r>
            <a:r>
              <a:rPr b="1" lang="en"/>
              <a:t>production </a:t>
            </a:r>
            <a:r>
              <a:rPr lang="en"/>
              <a:t>and the personal space </a:t>
            </a:r>
            <a:r>
              <a:rPr b="1" lang="en"/>
              <a:t>staging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set up your own personal space once you have Confluence.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switch between branches, open Git Bash and enter `</a:t>
            </a:r>
            <a:r>
              <a:rPr b="1" lang="en"/>
              <a:t>git switch [branch name]`</a:t>
            </a:r>
            <a:r>
              <a:rPr lang="en"/>
              <a:t>. The publisher recognizes the active branch and publishes accordingly.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will want to double-check the root page IDs (embedded in the URLs) to ensure they are correct.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 have only been publishing to my personal space until the Style Guide is deployed for more formal use.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Artificial Intelligence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A-GILE can read and edit the complete file directory if prompted: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Mass edits: “change all instances of ABC acronym to XYZ”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